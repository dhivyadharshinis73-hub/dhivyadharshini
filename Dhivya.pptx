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6" r:id="rId13"/>
    <p:sldId id="284" r:id="rId14"/>
    <p:sldId id="267" r:id="rId15"/>
    <p:sldId id="269" r:id="rId16"/>
    <p:sldId id="268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5953" y="2416629"/>
            <a:ext cx="7943581" cy="3271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STUDENT NAME: </a:t>
            </a:r>
            <a:r>
              <a:rPr lang="en-US" sz="2000" dirty="0" err="1" smtClean="0"/>
              <a:t>Dhivyadharshini</a:t>
            </a:r>
            <a:r>
              <a:rPr lang="en-US" sz="2000" dirty="0"/>
              <a:t> </a:t>
            </a:r>
            <a:r>
              <a:rPr lang="en-US" sz="2000" dirty="0" smtClean="0"/>
              <a:t>.S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REGISTER NO AND NMID: 36324u09018 and 51D0B36164594DC846C48BFBCDFCE0CC</a:t>
            </a:r>
          </a:p>
          <a:p>
            <a:pPr marL="0" indent="0">
              <a:buNone/>
            </a:pPr>
            <a:r>
              <a:rPr lang="en-US" sz="2000" dirty="0" smtClean="0"/>
              <a:t>DEPARTMENT: BCA</a:t>
            </a:r>
          </a:p>
          <a:p>
            <a:pPr marL="0" indent="0">
              <a:buNone/>
            </a:pPr>
            <a:r>
              <a:rPr lang="en-US" sz="2000" dirty="0" smtClean="0"/>
              <a:t>COLLEGE/UNIVERSITY: </a:t>
            </a:r>
            <a:r>
              <a:rPr lang="en-US" sz="2000" dirty="0" err="1" smtClean="0"/>
              <a:t>Sree</a:t>
            </a:r>
            <a:r>
              <a:rPr lang="en-US" sz="2000" dirty="0" smtClean="0"/>
              <a:t> </a:t>
            </a:r>
            <a:r>
              <a:rPr lang="en-US" sz="2000" dirty="0" err="1"/>
              <a:t>a</a:t>
            </a:r>
            <a:r>
              <a:rPr lang="en-US" sz="2000" dirty="0" err="1" smtClean="0"/>
              <a:t>biraami</a:t>
            </a:r>
            <a:r>
              <a:rPr lang="en-US" sz="2000" dirty="0" smtClean="0"/>
              <a:t> arts and science college for women / </a:t>
            </a:r>
            <a:r>
              <a:rPr lang="en-US" sz="2000" dirty="0" err="1" smtClean="0"/>
              <a:t>Thiruvalluvar</a:t>
            </a:r>
            <a:r>
              <a:rPr lang="en-US" sz="2000" dirty="0" smtClean="0"/>
              <a:t> university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499340" y="597879"/>
            <a:ext cx="6981091" cy="650630"/>
          </a:xfrm>
        </p:spPr>
        <p:txBody>
          <a:bodyPr/>
          <a:lstStyle/>
          <a:p>
            <a:r>
              <a:rPr lang="en-US" dirty="0" smtClean="0"/>
              <a:t>Digital portfolio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84" y="1600738"/>
            <a:ext cx="9021625" cy="323908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Project title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400" b="1" dirty="0" smtClean="0"/>
              <a:t>Interactive digital</a:t>
            </a:r>
          </a:p>
          <a:p>
            <a:r>
              <a:rPr lang="en-US" sz="2400" b="1" dirty="0" smtClean="0"/>
              <a:t>Portfolio using front</a:t>
            </a:r>
          </a:p>
          <a:p>
            <a:r>
              <a:rPr lang="en-US" sz="2400" b="1" dirty="0" smtClean="0"/>
              <a:t>End developed</a:t>
            </a:r>
            <a:endParaRPr lang="en-US" sz="24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3238" y="149467"/>
            <a:ext cx="7608610" cy="6530733"/>
          </a:xfrm>
        </p:spPr>
        <p:txBody>
          <a:bodyPr>
            <a:noAutofit/>
          </a:bodyPr>
          <a:lstStyle/>
          <a:p>
            <a:r>
              <a:rPr lang="en-US" sz="3600" dirty="0" smtClean="0"/>
              <a:t>Agenda</a:t>
            </a:r>
          </a:p>
          <a:p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2400" dirty="0"/>
              <a:t>Problem statement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Project overview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End users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Tools and Technique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Portfolio design and layout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Features and functionality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Result and Screenshot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smtClean="0"/>
              <a:t>Conclusion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err="1" smtClean="0"/>
              <a:t>Github</a:t>
            </a:r>
            <a:r>
              <a:rPr lang="en-US" sz="2400" dirty="0" smtClean="0"/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4500" y="1280719"/>
            <a:ext cx="923583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In today’s competitive digital </a:t>
            </a: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world develop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ment, individuals struggle to effectively showcase their skill, achievements,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creative work using traditional resumes or printed portfolios.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growing need for dynamic and accessible digital portfolios that better represent a person’s abilities,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especially in professional and academic environments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4500" y="404447"/>
            <a:ext cx="11214100" cy="5576911"/>
          </a:xfrm>
        </p:spPr>
        <p:txBody>
          <a:bodyPr/>
          <a:lstStyle/>
          <a:p>
            <a:r>
              <a:rPr lang="en-US" sz="3600" dirty="0" smtClean="0"/>
              <a:t>Project overview</a:t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1800" dirty="0" smtClean="0"/>
              <a:t>the project focuses on creating a personal digital portfolio website that highlights an individuals: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personal information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Academic qualifications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skills and technical expertise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projects and achievements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Contact details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This portfolio can be used for job interviews, internships, higher studies application, and professional </a:t>
            </a:r>
            <a:br>
              <a:rPr lang="en-US" sz="1800" dirty="0" smtClean="0"/>
            </a:br>
            <a:r>
              <a:rPr lang="en-US" sz="1800" dirty="0" smtClean="0"/>
              <a:t>networking.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92" y="228600"/>
            <a:ext cx="11192608" cy="5022914"/>
          </a:xfrm>
        </p:spPr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W</a:t>
            </a:r>
            <a:r>
              <a:rPr lang="en-US" dirty="0" smtClean="0"/>
              <a:t>ho are the End </a:t>
            </a:r>
            <a:r>
              <a:rPr lang="en-US" dirty="0"/>
              <a:t>U</a:t>
            </a:r>
            <a:r>
              <a:rPr lang="en-US" dirty="0" smtClean="0"/>
              <a:t>sers?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Students </a:t>
            </a:r>
            <a:r>
              <a:rPr lang="en-US" sz="2000" dirty="0"/>
              <a:t>&amp; Job </a:t>
            </a:r>
            <a:r>
              <a:rPr lang="en-US" sz="2000" dirty="0" smtClean="0"/>
              <a:t>Seekers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Use digital portfolios to showcase skills, academic projects, certifications, and work experience for admissions, internships, and job opportunities</a:t>
            </a:r>
            <a:r>
              <a:rPr lang="en-US" sz="2000" dirty="0" smtClean="0"/>
              <a:t>.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000" dirty="0"/>
              <a:t>Professionals &amp; </a:t>
            </a:r>
            <a:r>
              <a:rPr lang="en-US" sz="2000" dirty="0" smtClean="0"/>
              <a:t>Creatives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Utilize portfolios to present creative work, build personal brands, attract clients, and enhance professional visibility in their industry</a:t>
            </a:r>
            <a:r>
              <a:rPr lang="en-US" sz="24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69" y="542924"/>
            <a:ext cx="10665070" cy="3914918"/>
          </a:xfrm>
        </p:spPr>
        <p:txBody>
          <a:bodyPr/>
          <a:lstStyle/>
          <a:p>
            <a:r>
              <a:rPr lang="en-US" dirty="0" smtClean="0"/>
              <a:t>Tools and Techniques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err="1"/>
              <a:t>Frontent</a:t>
            </a:r>
            <a:r>
              <a:rPr lang="en-US" sz="2000" dirty="0" smtClean="0"/>
              <a:t>: HTML, CSS,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Editor: VS Code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Frameworks (optional): </a:t>
            </a:r>
            <a:r>
              <a:rPr lang="en-US" sz="2000" dirty="0" err="1" smtClean="0"/>
              <a:t>Boothstrap</a:t>
            </a:r>
            <a:r>
              <a:rPr lang="en-US" sz="2000" dirty="0" smtClean="0"/>
              <a:t>, Tailwind CSS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Version Control: </a:t>
            </a:r>
            <a:r>
              <a:rPr lang="en-US" sz="2000" dirty="0" err="1" smtClean="0"/>
              <a:t>Git</a:t>
            </a:r>
            <a:r>
              <a:rPr lang="en-US" sz="2000" dirty="0" smtClean="0"/>
              <a:t>, GitHub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Hosting: GitHub Pages / </a:t>
            </a:r>
            <a:r>
              <a:rPr lang="en-US" sz="2000" dirty="0" err="1" smtClean="0"/>
              <a:t>Netlify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466112"/>
          </a:xfrm>
        </p:spPr>
        <p:txBody>
          <a:bodyPr/>
          <a:lstStyle/>
          <a:p>
            <a:r>
              <a:rPr lang="en-US" dirty="0" smtClean="0"/>
              <a:t>Portfolio Design and Layout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The portfolio will consist of the following section: 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1.  Home/introduction – Brief intro with photo and tagline.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2.  About Me – Education, Background, and interests.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3.  Skills – Programming languages, tools, frameworks.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4. Project – Academic and personal projects with links/screenshots.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5. Achievements – Certifications, awards, internships.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6. Contact – Email, LinkedIn, GitHub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192" y="648432"/>
            <a:ext cx="10329008" cy="4912114"/>
          </a:xfrm>
        </p:spPr>
        <p:txBody>
          <a:bodyPr/>
          <a:lstStyle/>
          <a:p>
            <a:r>
              <a:rPr lang="en-US" dirty="0" smtClean="0"/>
              <a:t>Features and Functionality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Responsive UI (works on mobile &amp; desktop).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Navigation bar for smooth section transitions.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Interactive skills display (progress bars / icons).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Image gallery for projects.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Contact form or direct links.</a:t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Light / Dark mode (optional).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338" y="498963"/>
            <a:ext cx="10330962" cy="2308324"/>
          </a:xfrm>
        </p:spPr>
        <p:txBody>
          <a:bodyPr/>
          <a:lstStyle/>
          <a:p>
            <a:r>
              <a:rPr lang="en-US" dirty="0" smtClean="0"/>
              <a:t>Results and Screenshots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89888"/>
            <a:ext cx="10867644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6" y="1099038"/>
            <a:ext cx="10515600" cy="498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3392"/>
            <a:ext cx="11055096" cy="384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49770" y="553889"/>
            <a:ext cx="32139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Customize this Template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71af3243-3dd4-4a8d-8c0d-dd76da1f02a5"/>
    <ds:schemaRef ds:uri="http://www.w3.org/XML/1998/namespace"/>
    <ds:schemaRef ds:uri="16c05727-aa75-4e4a-9b5f-8a80a1165891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153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Tahoma</vt:lpstr>
      <vt:lpstr>Trade Gothic LT Pro</vt:lpstr>
      <vt:lpstr>Trebuchet MS</vt:lpstr>
      <vt:lpstr>Office Theme</vt:lpstr>
      <vt:lpstr>Digital portfolio</vt:lpstr>
      <vt:lpstr>PowerPoint Presentation</vt:lpstr>
      <vt:lpstr>PowerPoint Presentation</vt:lpstr>
      <vt:lpstr>Problem statement</vt:lpstr>
      <vt:lpstr>Project overview   the project focuses on creating a personal digital portfolio website that highlights an individuals:   personal information  Academic qualifications  skills and technical expertise  projects and achievements  Contact details   This portfolio can be used for job interviews, internships, higher studies application, and professional  networking.</vt:lpstr>
      <vt:lpstr> Who are the End Users?   Students &amp; Job Seekers  Use digital portfolios to showcase skills, academic projects, certifications, and work experience for admissions, internships, and job opportunities.    Professionals &amp; Creatives  Utilize portfolios to present creative work, build personal brands, attract clients, and enhance professional visibility in their industry.</vt:lpstr>
      <vt:lpstr>Tools and Techniques   Frontent: HTML, CSS, Javascript  Editor: VS Code  Frameworks (optional): Boothstrap, Tailwind CSS   Version Control: Git, GitHub  Hosting: GitHub Pages / Netlify</vt:lpstr>
      <vt:lpstr>Portfolio Design and Layout    The portfolio will consist of the following section:   1.  Home/introduction – Brief intro with photo and tagline.  2.  About Me – Education, Background, and interests.  3.  Skills – Programming languages, tools, frameworks.  4. Project – Academic and personal projects with links/screenshots.  5. Achievements – Certifications, awards, internships.  6. Contact – Email, LinkedIn, GitHub</vt:lpstr>
      <vt:lpstr>Features and Functionality    Responsive UI (works on mobile &amp; desktop).  Navigation bar for smooth section transitions.  Interactive skills display (progress bars / icons).  Image gallery for projects.  Contact form or direct links.  Light / Dark mode (optional).</vt:lpstr>
      <vt:lpstr>Results and Screenshots    </vt:lpstr>
      <vt:lpstr>PowerPoint Presentation</vt:lpstr>
      <vt:lpstr>PowerPoint Presentation</vt:lpstr>
      <vt:lpstr>Thank You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2025-09-03T12:52:42Z</dcterms:created>
  <dcterms:modified xsi:type="dcterms:W3CDTF">2025-09-04T04:50:35Z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